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406FE-6C83-40F3-94B8-D8DF877F0091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FE54B-D75F-4B85-84AC-0D830E137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85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FE54B-D75F-4B85-84AC-0D830E1370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28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FE54B-D75F-4B85-84AC-0D830E1370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88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FE54B-D75F-4B85-84AC-0D830E1370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9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6766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5DB2"/>
                </a:solidFill>
                <a:latin typeface="Aptos"/>
              </a:defRPr>
            </a:pPr>
            <a:r>
              <a:rPr sz="1400" dirty="0"/>
              <a:t>NEXUS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697" y="1209859"/>
            <a:ext cx="71697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0F1F3A"/>
                </a:solidFill>
                <a:latin typeface="Aptos"/>
              </a:defRPr>
            </a:pPr>
            <a:r>
              <a:rPr sz="4000" dirty="0"/>
              <a:t>AI-Powered Resume Analyzer</a:t>
            </a:r>
            <a:br>
              <a:rPr sz="4000" dirty="0"/>
            </a:br>
            <a:r>
              <a:rPr sz="4000" dirty="0"/>
              <a:t>&amp; Interview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697" y="2557289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B697D"/>
                </a:solidFill>
                <a:latin typeface="Aptos"/>
              </a:defRPr>
            </a:pPr>
            <a:r>
              <a:rPr dirty="0"/>
              <a:t>Intelligent recruitment • Skill matching • Personalized interviews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760" y="3461003"/>
            <a:ext cx="5349240" cy="13091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1B2639"/>
                </a:solidFill>
                <a:latin typeface="Aptos"/>
              </a:defRPr>
            </a:pP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893486" y="4234031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639"/>
                </a:solidFill>
                <a:latin typeface="Aptos"/>
              </a:defRPr>
            </a:pPr>
            <a:r>
              <a:rPr sz="1600" dirty="0"/>
              <a:t>Presented by  Vidhi Shah &amp; Shaili</a:t>
            </a:r>
            <a:r>
              <a:rPr lang="en-US" sz="1600" dirty="0"/>
              <a:t> Rudani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475389" y="5342750"/>
            <a:ext cx="4606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5DB2"/>
                </a:solidFill>
                <a:latin typeface="Aptos"/>
              </a:defRPr>
            </a:pPr>
            <a:r>
              <a:rPr sz="1400" dirty="0"/>
              <a:t>“Analyze. Match. Identify. Interview. Hire Smarter.”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909" y="5715000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639"/>
                </a:solidFill>
                <a:latin typeface="Aptos"/>
              </a:defRPr>
            </a:pPr>
            <a:r>
              <a:rPr sz="1400" dirty="0"/>
              <a:t>A recruiter-focused AI assistant for faster, consistent and explainable candidate screening.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5B5DCD-D64B-654C-A151-119F7F550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932" y="2352859"/>
            <a:ext cx="4438895" cy="29592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18E537-F451-31E3-F415-95B2C30DC290}"/>
              </a:ext>
            </a:extLst>
          </p:cNvPr>
          <p:cNvSpPr txBox="1"/>
          <p:nvPr/>
        </p:nvSpPr>
        <p:spPr>
          <a:xfrm>
            <a:off x="882571" y="3687064"/>
            <a:ext cx="5693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1B2639"/>
                </a:solidFill>
                <a:latin typeface="Aptos"/>
              </a:defRPr>
            </a:pPr>
            <a:r>
              <a:rPr lang="en-US" sz="1600" dirty="0"/>
              <a:t>TEAM NO: 52</a:t>
            </a:r>
          </a:p>
          <a:p>
            <a:pPr>
              <a:defRPr sz="1300" b="1">
                <a:solidFill>
                  <a:srgbClr val="1B2639"/>
                </a:solidFill>
                <a:latin typeface="Aptos"/>
              </a:defRPr>
            </a:pPr>
            <a:r>
              <a:rPr lang="en-US" sz="1600" dirty="0"/>
              <a:t>TEAM NAME: VishVerse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5052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The Recruitment Screening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B2639"/>
                </a:solidFill>
                <a:latin typeface="Aptos"/>
              </a:defRPr>
            </a:pPr>
            <a:r>
              <a:t>Recruiters often receive hundreds of resumes for a single opening, making manual screening slow and difficult.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502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200"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37" y="217925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DB2"/>
                </a:solidFill>
                <a:latin typeface="Aptos"/>
              </a:defRPr>
            </a:pPr>
            <a:r>
              <a:rPr sz="1400" dirty="0"/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14600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97D"/>
                </a:solidFill>
                <a:latin typeface="Aptos"/>
              </a:defRPr>
            </a:pPr>
            <a:r>
              <a:rPr sz="1200"/>
              <a:t>Manual review consumes recruiter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590288" y="2176272"/>
            <a:ext cx="502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200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6071" y="217925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DB2"/>
                </a:solidFill>
                <a:latin typeface="Aptos"/>
              </a:defRPr>
            </a:pPr>
            <a:r>
              <a:rPr sz="1400" dirty="0"/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14600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Different candidates may be evaluated differently.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293608" y="2176272"/>
            <a:ext cx="502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200"/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6870" y="217925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DB2"/>
                </a:solidFill>
                <a:latin typeface="Aptos"/>
              </a:defRPr>
            </a:pPr>
            <a:r>
              <a:rPr sz="1400"/>
              <a:t>HIDDEN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514600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97D"/>
                </a:solidFill>
                <a:latin typeface="Aptos"/>
              </a:defRPr>
            </a:pPr>
            <a:r>
              <a:rPr sz="1200"/>
              <a:t>Relevant skills can be buried in projects, certifications or experience.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2900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886968" y="3593592"/>
            <a:ext cx="502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200"/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2753" y="3585937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DB2"/>
                </a:solidFill>
                <a:latin typeface="Aptos"/>
              </a:defRPr>
            </a:pPr>
            <a:r>
              <a:rPr sz="1400"/>
              <a:t>SKILL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931920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97D"/>
                </a:solidFill>
                <a:latin typeface="Aptos"/>
              </a:defRPr>
            </a:pPr>
            <a:r>
              <a:rPr sz="1200"/>
              <a:t>JD-to-resume comparison is difficult to do manually.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2900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590288" y="3593592"/>
            <a:ext cx="502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200"/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6074" y="357530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DB2"/>
                </a:solidFill>
                <a:latin typeface="Aptos"/>
              </a:defRPr>
            </a:pPr>
            <a:r>
              <a:rPr sz="1400"/>
              <a:t>INTERVIEW PREP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931920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97D"/>
                </a:solidFill>
                <a:latin typeface="Aptos"/>
              </a:defRPr>
            </a:pPr>
            <a:r>
              <a:rPr sz="1200"/>
              <a:t>Personalized questions take additional time to create.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42900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TextBox 27"/>
          <p:cNvSpPr txBox="1"/>
          <p:nvPr/>
        </p:nvSpPr>
        <p:spPr>
          <a:xfrm>
            <a:off x="8293608" y="3593592"/>
            <a:ext cx="502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200"/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0657" y="3575304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5DB2"/>
                </a:solidFill>
                <a:latin typeface="Aptos"/>
              </a:defRPr>
            </a:pPr>
            <a:r>
              <a:rPr sz="1400"/>
              <a:t>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931920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B697D"/>
                </a:solidFill>
                <a:latin typeface="Aptos"/>
              </a:defRPr>
            </a:pPr>
            <a:r>
              <a:rPr sz="1200"/>
              <a:t>Ranking candidates objectively can be challenging.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983480"/>
            <a:ext cx="10789920" cy="68580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Our problem:  How can AI automate initial screening while keeping matching fast, consistent and explainable?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5686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02 •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B2639"/>
                </a:solidFill>
                <a:latin typeface="Aptos"/>
              </a:defRPr>
            </a:pPr>
            <a:r>
              <a:rPr sz="1400" b="0">
                <a:solidFill>
                  <a:srgbClr val="536582"/>
                </a:solidFill>
                <a:latin typeface="Aptos"/>
              </a:rPr>
              <a:t>A recruiter-focused AI assistant accepts one JD and multiple resumes, extracts job-relevant skills, scores and ranks candidates, identifies gaps, and prepares personalized interview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42559"/>
            <a:ext cx="1371600" cy="114088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768096" y="2125649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000" dirty="0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87847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400"/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70032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050" dirty="0"/>
              <a:t>Resume + JD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2427191"/>
            <a:ext cx="25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5DB2"/>
                </a:solidFill>
                <a:latin typeface="Aptos"/>
              </a:defRPr>
            </a:pPr>
            <a:r>
              <a:rPr sz="1200"/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942559"/>
            <a:ext cx="1371600" cy="114088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2395728" y="2146915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000"/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98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400" dirty="0"/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701931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050"/>
              <a:t>Extract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427191"/>
            <a:ext cx="25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5DB2"/>
                </a:solidFill>
                <a:latin typeface="Aptos"/>
              </a:defRPr>
            </a:pPr>
            <a:r>
              <a:rPr sz="1200"/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13632" y="1942559"/>
            <a:ext cx="1371600" cy="114088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023360" y="2125649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000" dirty="0"/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398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400" dirty="0"/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691299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050"/>
              <a:t>Skill + semantic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427191"/>
            <a:ext cx="25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5DB2"/>
                </a:solidFill>
                <a:latin typeface="Aptos"/>
              </a:defRPr>
            </a:pPr>
            <a:r>
              <a:rPr sz="1200"/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41264" y="1942559"/>
            <a:ext cx="1371600" cy="114088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5650992" y="2115016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000" dirty="0"/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2398480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400"/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2691298"/>
            <a:ext cx="1143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050"/>
              <a:t>Explainable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7" y="2427191"/>
            <a:ext cx="25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5DB2"/>
                </a:solidFill>
                <a:latin typeface="Aptos"/>
              </a:defRPr>
            </a:pPr>
            <a:r>
              <a:rPr sz="1200"/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68896" y="1942559"/>
            <a:ext cx="1371600" cy="114088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7278624" y="2115016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000"/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4" y="2377214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400"/>
              <a:t>Skill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2701931"/>
            <a:ext cx="1143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050"/>
              <a:t>Matched vs missing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427191"/>
            <a:ext cx="25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5DB2"/>
                </a:solidFill>
                <a:latin typeface="Aptos"/>
              </a:defRPr>
            </a:pPr>
            <a:r>
              <a:rPr sz="1200"/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96528" y="1942559"/>
            <a:ext cx="1371600" cy="114088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8906256" y="2093751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000"/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2366581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400"/>
              <a:t>Interview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2691298"/>
            <a:ext cx="1143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050"/>
              <a:t>Tailored questions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2427191"/>
            <a:ext cx="2560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5DB2"/>
                </a:solidFill>
                <a:latin typeface="Aptos"/>
              </a:defRPr>
            </a:pPr>
            <a:r>
              <a:rPr sz="1200"/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24160" y="1942559"/>
            <a:ext cx="1371600" cy="114088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10533888" y="2115016"/>
            <a:ext cx="1143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000"/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5266" y="2249636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400" dirty="0"/>
              <a:t>Rank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97686" y="2559785"/>
            <a:ext cx="1371600" cy="60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100" b="0" dirty="0">
                <a:solidFill>
                  <a:srgbClr val="536582"/>
                </a:solidFill>
                <a:latin typeface="Aptos"/>
              </a:rPr>
              <a:t>Rank</a:t>
            </a:r>
            <a:r>
              <a:rPr lang="en-US" sz="1100" b="0" dirty="0">
                <a:solidFill>
                  <a:srgbClr val="536582"/>
                </a:solidFill>
                <a:latin typeface="Aptos"/>
              </a:rPr>
              <a:t> &amp;</a:t>
            </a:r>
            <a:r>
              <a:rPr sz="1100" b="0" dirty="0">
                <a:solidFill>
                  <a:srgbClr val="536582"/>
                </a:solidFill>
                <a:latin typeface="Aptos"/>
              </a:rPr>
              <a:t> compare candidates
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39111" y="3204205"/>
            <a:ext cx="7498293" cy="305943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CE28DE3-5A8F-2F84-066B-6FA3D5F4D6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00"/>
          <a:stretch>
            <a:fillRect/>
          </a:stretch>
        </p:blipFill>
        <p:spPr>
          <a:xfrm>
            <a:off x="2286000" y="3206742"/>
            <a:ext cx="7251403" cy="3056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5468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03 •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90472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F3A"/>
                </a:solidFill>
                <a:latin typeface="Aptos"/>
              </a:defRPr>
            </a:pPr>
            <a:r>
              <a:rPr sz="1600"/>
              <a:t>AI Resume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92807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697D"/>
                </a:solidFill>
                <a:latin typeface="Aptos"/>
              </a:defRPr>
            </a:pPr>
            <a:r>
              <a:rPr sz="1200"/>
              <a:t>Skills • education • experience • projects • certifications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27048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490472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F3A"/>
                </a:solidFill>
                <a:latin typeface="Aptos"/>
              </a:defRPr>
            </a:pPr>
            <a:r>
              <a:rPr sz="1600"/>
              <a:t>Job–Candidate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892807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697D"/>
                </a:solidFill>
                <a:latin typeface="Aptos"/>
              </a:defRPr>
            </a:pPr>
            <a:r>
              <a:rPr sz="1200"/>
              <a:t>Skill matching + semantic similarity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98648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914400" y="3099816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63240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F3A"/>
                </a:solidFill>
                <a:latin typeface="Aptos"/>
              </a:defRPr>
            </a:pPr>
            <a:r>
              <a:rPr sz="1600"/>
              <a:t>Explainable Candidate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465576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697D"/>
                </a:solidFill>
                <a:latin typeface="Aptos"/>
              </a:defRPr>
            </a:pPr>
            <a:r>
              <a:rPr sz="1200"/>
              <a:t>Overall compatibility + factors behind the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98648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099816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063240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F3A"/>
                </a:solidFill>
                <a:latin typeface="Aptos"/>
              </a:defRPr>
            </a:pPr>
            <a:r>
              <a:rPr sz="1600"/>
              <a:t>Skill Gap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465576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697D"/>
                </a:solidFill>
                <a:latin typeface="Aptos"/>
              </a:defRPr>
            </a:pPr>
            <a:r>
              <a:rPr sz="1200"/>
              <a:t>Matching skills • missing skills • improvement areas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71416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72583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36007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F3A"/>
                </a:solidFill>
                <a:latin typeface="Aptos"/>
              </a:defRPr>
            </a:pPr>
            <a:r>
              <a:rPr sz="1600"/>
              <a:t>Personalized Interview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38344"/>
            <a:ext cx="3886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80" b="0">
                <a:solidFill>
                  <a:srgbClr val="5B697D"/>
                </a:solidFill>
                <a:latin typeface="Aptos"/>
              </a:defRPr>
            </a:pPr>
            <a:r>
              <a:rPr sz="1200"/>
              <a:t>Resume • JD • projects • skill gaps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71416"/>
            <a:ext cx="5074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672583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636007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F1F3A"/>
                </a:solidFill>
                <a:latin typeface="Aptos"/>
              </a:defRPr>
            </a:pPr>
            <a:r>
              <a:rPr sz="1600"/>
              <a:t>Candidate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5038344"/>
            <a:ext cx="38862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5B697D"/>
                </a:solidFill>
                <a:latin typeface="Aptos"/>
              </a:defRPr>
            </a:pPr>
            <a:r>
              <a:rPr sz="1100" b="0">
                <a:solidFill>
                  <a:srgbClr val="536582"/>
                </a:solidFill>
                <a:latin typeface="Aptos"/>
              </a:rPr>
              <a:t>Rank candidates and revisit saved analysis sessions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989320"/>
            <a:ext cx="10789920" cy="320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914400" y="6035040"/>
            <a:ext cx="10332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25DB2"/>
                </a:solidFill>
                <a:latin typeface="Aptos"/>
              </a:defRPr>
            </a:pPr>
            <a:r>
              <a:rPr sz="1100"/>
              <a:t>Value: from simply screening resumes → to providing actionable insights for better hiring decisions.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3116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04 •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What Differentiates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7397" y="1618488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F3A"/>
                </a:solidFill>
                <a:latin typeface="Aptos"/>
              </a:defRPr>
            </a:pPr>
            <a:r>
              <a:rPr sz="1600"/>
              <a:t>Explainable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2880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200"/>
              <a:t>Not just “82% match” — the system shows why: skills, semantic match, strengths and gaps.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6420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1640790"/>
            <a:ext cx="27119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F3A"/>
                </a:solidFill>
                <a:latin typeface="Aptos"/>
              </a:defRPr>
            </a:pPr>
            <a:r>
              <a:rPr sz="1600" dirty="0"/>
              <a:t>Resume Claim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12848"/>
            <a:ext cx="288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200"/>
              <a:t>Important claims are turned into interview questions to verify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64208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400"/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508" y="1618488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F3A"/>
                </a:solidFill>
                <a:latin typeface="Aptos"/>
              </a:defRPr>
            </a:pPr>
            <a:r>
              <a:rPr sz="1600" dirty="0"/>
              <a:t>AI Interview Blueprint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12848"/>
            <a:ext cx="2880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200"/>
              <a:t>Technical + project + skill-gap + verification questions are tailored to each candidate.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" y="3570732"/>
            <a:ext cx="3493008" cy="23517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600930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dirty="0"/>
              <a:t>Explainable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2544" y="3602736"/>
            <a:ext cx="3493008" cy="23653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7408" y="605183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t>Interview + skill-gap intelligence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3602736"/>
            <a:ext cx="3493008" cy="23653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9016" y="606248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dirty="0"/>
              <a:t>Recruiter-facing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B06B9CF-0747-B140-1CE1-AFEBD5B81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33" y="3696513"/>
            <a:ext cx="3271107" cy="21439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D23CF4C-BCD3-5534-0AB5-EB84C08E7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073" y="3742664"/>
            <a:ext cx="3288951" cy="197765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B1A55DA-275C-3FFA-2D6F-29F0811FAB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134" t="6409" r="15026"/>
          <a:stretch>
            <a:fillRect/>
          </a:stretch>
        </p:blipFill>
        <p:spPr>
          <a:xfrm>
            <a:off x="8321040" y="3654707"/>
            <a:ext cx="3077062" cy="22394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7373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05 •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rPr dirty="0"/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697D"/>
                </a:solidFill>
                <a:latin typeface="Aptos"/>
              </a:defRPr>
            </a:pPr>
            <a:r>
              <a:t>The complete pipeline from uploaded documents to a recruiter-ready candidate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1682495"/>
            <a:ext cx="10899648" cy="4270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1078992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6754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06 •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AI &amp; NLP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36313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68680" y="1300905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100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64328"/>
            <a:ext cx="4069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600" dirty="0"/>
              <a:t>Text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11801"/>
            <a:ext cx="4069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5B697D"/>
                </a:solidFill>
                <a:latin typeface="Aptos"/>
              </a:defRPr>
            </a:pPr>
            <a:r>
              <a:rPr sz="1050"/>
              <a:t>PDF/DOCX → raw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36313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6355080" y="1300905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10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64328"/>
            <a:ext cx="4069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600"/>
              <a:t>Information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611801"/>
            <a:ext cx="4069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5B697D"/>
                </a:solidFill>
                <a:latin typeface="Aptos"/>
              </a:defRPr>
            </a:pPr>
            <a:r>
              <a:rPr sz="1050"/>
              <a:t>Skills, education, experience, projects &amp; certifications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98185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868680" y="2562777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10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26201"/>
            <a:ext cx="4069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600"/>
              <a:t>Skill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73673"/>
            <a:ext cx="4069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5B697D"/>
                </a:solidFill>
                <a:latin typeface="Aptos"/>
              </a:defRPr>
            </a:pPr>
            <a:r>
              <a:rPr sz="1050"/>
              <a:t>Standardize different names for the same skill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398185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9" name="TextBox 18"/>
          <p:cNvSpPr txBox="1"/>
          <p:nvPr/>
        </p:nvSpPr>
        <p:spPr>
          <a:xfrm>
            <a:off x="6355080" y="2562777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10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526201"/>
            <a:ext cx="4069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600"/>
              <a:t>Skill + context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873673"/>
            <a:ext cx="40690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5B697D"/>
                </a:solidFill>
                <a:latin typeface="Aptos"/>
              </a:defRPr>
            </a:pPr>
            <a:r>
              <a:rPr sz="1050"/>
              <a:t>Compare required skills with candidate skills and usage/context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60057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868680" y="3824648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100"/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88072"/>
            <a:ext cx="4069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700" b="1">
                <a:solidFill>
                  <a:srgbClr val="122443"/>
                </a:solidFill>
                <a:latin typeface="Aptos"/>
              </a:rPr>
              <a:t>Explainable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35545"/>
            <a:ext cx="406908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90" b="0">
                <a:solidFill>
                  <a:srgbClr val="5B697D"/>
                </a:solidFill>
                <a:latin typeface="Aptos"/>
              </a:defRPr>
            </a:pPr>
            <a:r>
              <a:rPr sz="1100" b="0">
                <a:solidFill>
                  <a:srgbClr val="536582"/>
                </a:solidFill>
                <a:latin typeface="Aptos"/>
              </a:rPr>
              <a:t>Matched skills ÷ total JD skills × 100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660057"/>
            <a:ext cx="50749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6306594" y="3869235"/>
            <a:ext cx="320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5DB2"/>
                </a:solidFill>
                <a:latin typeface="Aptos"/>
              </a:defRPr>
            </a:pPr>
            <a:r>
              <a:rPr lang="en-US" sz="1100" dirty="0"/>
              <a:t>6</a:t>
            </a:r>
            <a:endParaRPr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6809514" y="3799206"/>
            <a:ext cx="4069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700" b="1">
                <a:solidFill>
                  <a:srgbClr val="122443"/>
                </a:solidFill>
                <a:latin typeface="Aptos"/>
              </a:rPr>
              <a:t>Gemini interview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9514" y="4102063"/>
            <a:ext cx="406908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90" b="0">
                <a:solidFill>
                  <a:srgbClr val="5B697D"/>
                </a:solidFill>
                <a:latin typeface="Aptos"/>
              </a:defRPr>
            </a:pPr>
            <a:r>
              <a:rPr sz="1050" b="0">
                <a:solidFill>
                  <a:srgbClr val="536582"/>
                </a:solidFill>
                <a:latin typeface="Aptos"/>
              </a:rPr>
              <a:t>Technical, project, skill-gap &amp; claim-verification questions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359864"/>
            <a:ext cx="10789920" cy="50292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487880"/>
            <a:ext cx="10332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sz="1250" b="1">
                <a:solidFill>
                  <a:srgbClr val="FFFFFF"/>
                </a:solidFill>
                <a:latin typeface="Aptos"/>
              </a:rPr>
              <a:t>Extract → Normalize → Match → Score → Explain → 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36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5B697D"/>
                </a:solidFill>
                <a:latin typeface="Aptos"/>
              </a:defRPr>
            </a:pPr>
            <a:r>
              <a:t>AI-assisted screening — final hiring decisions remain with the recruiter.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4900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07 •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Explainable Candidate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B697D"/>
                </a:solidFill>
                <a:latin typeface="Aptos"/>
              </a:defRPr>
            </a:pPr>
            <a:r>
              <a:rPr sz="1200" b="0">
                <a:solidFill>
                  <a:srgbClr val="536582"/>
                </a:solidFill>
                <a:latin typeface="Aptos"/>
              </a:rPr>
              <a:t>Simple enough to audit, clear enough for a recruiter to explain.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4014854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47841" y="1864956"/>
            <a:ext cx="2423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2443"/>
                </a:solidFill>
                <a:latin typeface="Aptos"/>
              </a:rPr>
              <a:t>MATCH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150" y="2584777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dirty="0">
                <a:solidFill>
                  <a:srgbClr val="1F5FBF"/>
                </a:solidFill>
                <a:latin typeface="Aptos"/>
              </a:rPr>
              <a:t>Score 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5181" y="2562442"/>
            <a:ext cx="23774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122443"/>
                </a:solidFill>
                <a:latin typeface="Aptos"/>
              </a:rPr>
              <a:t>Matched JD skills
÷ Total JD skills
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2524" y="396275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dirty="0">
                <a:solidFill>
                  <a:srgbClr val="2A8C5B"/>
                </a:solidFill>
                <a:latin typeface="Aptos"/>
              </a:rPr>
              <a:t>Example: 8 / 10 =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97145" y="1645920"/>
            <a:ext cx="54864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88366" y="1717286"/>
            <a:ext cx="516635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122443"/>
                </a:solidFill>
                <a:latin typeface="Aptos"/>
              </a:rPr>
              <a:t>WHY THE SCORE IS EXPLAINABLE</a:t>
            </a:r>
          </a:p>
        </p:txBody>
      </p:sp>
      <p:sp>
        <p:nvSpPr>
          <p:cNvPr id="17" name="Oval 16"/>
          <p:cNvSpPr/>
          <p:nvPr/>
        </p:nvSpPr>
        <p:spPr>
          <a:xfrm>
            <a:off x="5879806" y="2249214"/>
            <a:ext cx="164592" cy="164592"/>
          </a:xfrm>
          <a:prstGeom prst="ellipse">
            <a:avLst/>
          </a:prstGeom>
          <a:solidFill>
            <a:srgbClr val="2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172414" y="2202155"/>
            <a:ext cx="13716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443"/>
                </a:solidFill>
                <a:latin typeface="Aptos"/>
              </a:rPr>
              <a:t>Matched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0006" y="2230705"/>
            <a:ext cx="32461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36582"/>
                </a:solidFill>
                <a:latin typeface="Aptos"/>
              </a:rPr>
              <a:t>Skills found in both JD and resume</a:t>
            </a:r>
          </a:p>
        </p:txBody>
      </p:sp>
      <p:sp>
        <p:nvSpPr>
          <p:cNvPr id="20" name="Oval 19"/>
          <p:cNvSpPr/>
          <p:nvPr/>
        </p:nvSpPr>
        <p:spPr>
          <a:xfrm>
            <a:off x="5879806" y="2907582"/>
            <a:ext cx="164592" cy="164592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6172414" y="2860523"/>
            <a:ext cx="13716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443"/>
                </a:solidFill>
                <a:latin typeface="Aptos"/>
              </a:rPr>
              <a:t>Missing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0006" y="2889073"/>
            <a:ext cx="32461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36582"/>
                </a:solidFill>
                <a:latin typeface="Aptos"/>
              </a:rPr>
              <a:t>JD skills not found in the resume</a:t>
            </a:r>
          </a:p>
        </p:txBody>
      </p:sp>
      <p:sp>
        <p:nvSpPr>
          <p:cNvPr id="23" name="Oval 22"/>
          <p:cNvSpPr/>
          <p:nvPr/>
        </p:nvSpPr>
        <p:spPr>
          <a:xfrm>
            <a:off x="5879806" y="3565950"/>
            <a:ext cx="164592" cy="164592"/>
          </a:xfrm>
          <a:prstGeom prst="ellipse">
            <a:avLst/>
          </a:prstGeom>
          <a:solidFill>
            <a:srgbClr val="1F5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172414" y="3518891"/>
            <a:ext cx="13716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443"/>
                </a:solidFill>
                <a:latin typeface="Aptos"/>
              </a:rPr>
              <a:t>Normalization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0006" y="3536808"/>
            <a:ext cx="32461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36582"/>
                </a:solidFill>
                <a:latin typeface="Aptos"/>
              </a:rPr>
              <a:t>Synonyms / abbreviations map to canonical skills</a:t>
            </a:r>
          </a:p>
        </p:txBody>
      </p:sp>
      <p:sp>
        <p:nvSpPr>
          <p:cNvPr id="26" name="Oval 25"/>
          <p:cNvSpPr/>
          <p:nvPr/>
        </p:nvSpPr>
        <p:spPr>
          <a:xfrm>
            <a:off x="5879806" y="4224318"/>
            <a:ext cx="164592" cy="164592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6172414" y="4177259"/>
            <a:ext cx="13716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443"/>
                </a:solidFill>
                <a:latin typeface="Aptos"/>
              </a:rPr>
              <a:t>Recruiter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0006" y="4125018"/>
            <a:ext cx="324612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36582"/>
                </a:solidFill>
                <a:latin typeface="Aptos"/>
              </a:rPr>
              <a:t>Supports screening; recruiter makes the final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30629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08 • INTERVIEW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Intelligent Interview &amp; Skill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B697D"/>
                </a:solidFill>
                <a:latin typeface="Aptos"/>
              </a:defRPr>
            </a:pPr>
            <a:r>
              <a:rPr sz="1200" b="0">
                <a:solidFill>
                  <a:srgbClr val="536582"/>
                </a:solidFill>
                <a:latin typeface="Aptos"/>
              </a:rPr>
              <a:t>Gemini turns candidate-specific evidence into an interview-ready question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52476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54323"/>
            <a:ext cx="3520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122443"/>
                </a:solidFill>
                <a:latin typeface="Aptos"/>
              </a:rPr>
              <a:t>TECHNICAL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62385"/>
            <a:ext cx="34747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36582"/>
                </a:solidFill>
                <a:latin typeface="Aptos"/>
              </a:rPr>
              <a:t>Based on skills that match the JD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64592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1854323"/>
            <a:ext cx="3520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443"/>
                </a:solidFill>
                <a:latin typeface="Aptos"/>
              </a:rPr>
              <a:t>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62385"/>
            <a:ext cx="34747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36582"/>
                </a:solidFill>
                <a:latin typeface="Aptos"/>
              </a:rPr>
              <a:t>Based on projects and past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33756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535330"/>
            <a:ext cx="3520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443"/>
                </a:solidFill>
                <a:latin typeface="Aptos"/>
              </a:rPr>
              <a:t>SKILL-GAP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54025"/>
            <a:ext cx="34747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36582"/>
                </a:solidFill>
                <a:latin typeface="Aptos"/>
              </a:rPr>
              <a:t>Targets missing JD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333756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3545963"/>
            <a:ext cx="35204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443"/>
                </a:solidFill>
                <a:latin typeface="Aptos"/>
              </a:rPr>
              <a:t>CLAIM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054025"/>
            <a:ext cx="347472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36582"/>
                </a:solidFill>
                <a:latin typeface="Aptos"/>
              </a:rPr>
              <a:t>Targets quantified or important resume claims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8412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84A"/>
                </a:solidFill>
                <a:latin typeface="Aptos"/>
              </a:rPr>
              <a:t>Resume + JD + missing skills → structured JSON → recruiter-friendly interview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9117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09 •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rPr dirty="0"/>
              <a:t>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B697D"/>
                </a:solidFill>
                <a:latin typeface="Aptos"/>
              </a:defRPr>
            </a:pPr>
            <a:r>
              <a:rPr sz="1200" b="0">
                <a:solidFill>
                  <a:srgbClr val="536582"/>
                </a:solidFill>
                <a:latin typeface="Aptos"/>
              </a:rPr>
              <a:t>Lightweight POC architecture: React UI → FastAPI backend → parsing + skill engine + Gemini → SQLite.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674911"/>
            <a:ext cx="8092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22443"/>
                </a:solidFill>
                <a:latin typeface="Aptos"/>
              </a:rPr>
              <a:t>Frontend</a:t>
            </a:r>
            <a:endParaRPr sz="1120" b="1" dirty="0">
              <a:solidFill>
                <a:srgbClr val="122443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45554" y="1707734"/>
            <a:ext cx="804671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536582"/>
                </a:solidFill>
                <a:latin typeface="Aptos"/>
              </a:rPr>
              <a:t>React + Vite + Vanilla CSS  •  Upload, dashboard, Past Sessions, AI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40280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342423"/>
            <a:ext cx="8092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22443"/>
                </a:solidFill>
                <a:latin typeface="Aptos"/>
              </a:rPr>
              <a:t>Backend</a:t>
            </a:r>
            <a:endParaRPr sz="1120" b="1" dirty="0">
              <a:solidFill>
                <a:srgbClr val="12244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92391" y="2353982"/>
            <a:ext cx="804671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536582"/>
                </a:solidFill>
                <a:latin typeface="Aptos"/>
              </a:rPr>
              <a:t>FastAPI</a:t>
            </a:r>
            <a:r>
              <a:rPr sz="1200" b="0" dirty="0">
                <a:solidFill>
                  <a:srgbClr val="536582"/>
                </a:solidFill>
                <a:latin typeface="Aptos"/>
              </a:rPr>
              <a:t> + Python  •  REST APIs, orchestration, persistence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07792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009935"/>
            <a:ext cx="8092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22443"/>
                </a:solidFill>
                <a:latin typeface="Aptos"/>
              </a:rPr>
              <a:t>Document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0738" y="3032122"/>
            <a:ext cx="804671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536582"/>
                </a:solidFill>
                <a:latin typeface="Aptos"/>
              </a:rPr>
              <a:t>pdfplumber</a:t>
            </a:r>
            <a:r>
              <a:rPr sz="1200" b="0" dirty="0">
                <a:solidFill>
                  <a:srgbClr val="536582"/>
                </a:solidFill>
                <a:latin typeface="Aptos"/>
              </a:rPr>
              <a:t> / </a:t>
            </a:r>
            <a:r>
              <a:rPr sz="1200" b="0" dirty="0" err="1">
                <a:solidFill>
                  <a:srgbClr val="536582"/>
                </a:solidFill>
                <a:latin typeface="Aptos"/>
              </a:rPr>
              <a:t>PyMuPDF</a:t>
            </a:r>
            <a:r>
              <a:rPr sz="1200" b="0" dirty="0">
                <a:solidFill>
                  <a:srgbClr val="536582"/>
                </a:solidFill>
                <a:latin typeface="Aptos"/>
              </a:rPr>
              <a:t>  •  Extract text from PDF resumes and JDs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75304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677447"/>
            <a:ext cx="8092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22443"/>
                </a:solidFill>
                <a:latin typeface="Aptos"/>
              </a:rPr>
              <a:t>Skill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1761" y="3689009"/>
            <a:ext cx="804671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536582"/>
                </a:solidFill>
                <a:latin typeface="Aptos"/>
              </a:rPr>
              <a:t>skills.json</a:t>
            </a:r>
            <a:r>
              <a:rPr sz="1200" b="0" dirty="0">
                <a:solidFill>
                  <a:srgbClr val="536582"/>
                </a:solidFill>
                <a:latin typeface="Aptos"/>
              </a:rPr>
              <a:t> + normalization  •  Synonyms, canonical skills, noise filtering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42816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44959"/>
            <a:ext cx="8092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22443"/>
                </a:solidFill>
                <a:latin typeface="Aptos"/>
              </a:rPr>
              <a:t>AI layer</a:t>
            </a:r>
            <a:endParaRPr sz="1120" b="1" dirty="0">
              <a:solidFill>
                <a:srgbClr val="122443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71124" y="4377779"/>
            <a:ext cx="804671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536582"/>
                </a:solidFill>
                <a:latin typeface="Aptos"/>
              </a:rPr>
              <a:t>Google Gemini API • gemini-2.5-flash  •  Structured interview insights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910328"/>
            <a:ext cx="8412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012471"/>
            <a:ext cx="8092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22443"/>
                </a:solidFill>
                <a:latin typeface="Aptos"/>
              </a:rPr>
              <a:t>Database</a:t>
            </a:r>
            <a:endParaRPr sz="1120" b="1" dirty="0">
              <a:solidFill>
                <a:srgbClr val="12244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6689" y="5034663"/>
            <a:ext cx="804671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536582"/>
                </a:solidFill>
                <a:latin typeface="Aptos"/>
              </a:rPr>
              <a:t>SQLite  •  JD sessions, candidates, scores, skills,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2970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10 •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Expected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600"/>
              <a:t>Candidate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Overall match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70632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• Matching &amp; missing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31734"/>
            <a:ext cx="2103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 b="0" dirty="0">
                <a:solidFill>
                  <a:srgbClr val="122443"/>
                </a:solidFill>
                <a:latin typeface="Aptos"/>
              </a:rPr>
              <a:t>•</a:t>
            </a:r>
            <a:r>
              <a:rPr sz="2000" b="0" dirty="0">
                <a:solidFill>
                  <a:srgbClr val="122443"/>
                </a:solidFill>
                <a:latin typeface="Aptos"/>
              </a:rPr>
              <a:t> </a:t>
            </a:r>
            <a:r>
              <a:rPr sz="1200" b="0" dirty="0">
                <a:solidFill>
                  <a:srgbClr val="122443"/>
                </a:solidFill>
                <a:latin typeface="Aptos"/>
              </a:rPr>
              <a:t>Skill match evidence</a:t>
            </a:r>
            <a:endParaRPr sz="2000" b="0" dirty="0">
              <a:solidFill>
                <a:srgbClr val="12244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3831336"/>
            <a:ext cx="210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• Project &amp; experience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61688"/>
            <a:ext cx="210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Education &amp; certification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41732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3657600" y="1691640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600"/>
              <a:t>Actionable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240280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Candidate strengths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70632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Skill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300984"/>
            <a:ext cx="210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Claims requiring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31336"/>
            <a:ext cx="210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AI-generated resume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6446520" y="16916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600" dirty="0"/>
              <a:t>Interview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40280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Technical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70632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Project-based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00984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Skill-gap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31336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Verification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61688"/>
            <a:ext cx="210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Personalized interview blueprint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59" y="1417320"/>
            <a:ext cx="25146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TextBox 26"/>
          <p:cNvSpPr txBox="1"/>
          <p:nvPr/>
        </p:nvSpPr>
        <p:spPr>
          <a:xfrm>
            <a:off x="9235439" y="1691640"/>
            <a:ext cx="2148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F3A"/>
                </a:solidFill>
                <a:latin typeface="Aptos"/>
              </a:defRPr>
            </a:pPr>
            <a:r>
              <a:rPr sz="1600"/>
              <a:t>Recruiter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2240280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Candidate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39" y="2770632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Side-by-side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39" y="3300984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Score 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3831336"/>
            <a:ext cx="2103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0">
                <a:solidFill>
                  <a:srgbClr val="5B697D"/>
                </a:solidFill>
                <a:latin typeface="Aptos"/>
              </a:defRPr>
            </a:pPr>
            <a:r>
              <a:rPr sz="1200"/>
              <a:t>• Skill-gap visualization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715000"/>
            <a:ext cx="10789920" cy="566928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914400" y="5870448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sz="1400"/>
              <a:t>Reduce manual screening → Improve candidate matching → Enable personalized interviews → Support better hiring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21435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11 •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Assumptions, Challenges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3943" y="6419088"/>
            <a:ext cx="32893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F3A"/>
                </a:solidFill>
                <a:latin typeface="Aptos"/>
              </a:defRPr>
            </a:pPr>
            <a:r>
              <a:rPr sz="1600"/>
              <a:t>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PDF/DOCX resumes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Clearly defined JD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65576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Initial focus on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32504"/>
            <a:ext cx="2880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Candidate information assumed accurate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9432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Initial screening, not final hiring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4617720" y="1719072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F3A"/>
                </a:solidFill>
                <a:latin typeface="Aptos"/>
              </a:defRPr>
            </a:pPr>
            <a:r>
              <a:rPr sz="1600"/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Resume format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98648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 dirty="0"/>
              <a:t>• Skill names &amp; abbreviations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27077"/>
            <a:ext cx="28803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 b="0" dirty="0">
                <a:solidFill>
                  <a:srgbClr val="122443"/>
                </a:solidFill>
                <a:latin typeface="Aptos"/>
              </a:rPr>
              <a:t>•</a:t>
            </a:r>
            <a:r>
              <a:rPr sz="1800" b="0" dirty="0">
                <a:solidFill>
                  <a:srgbClr val="122443"/>
                </a:solidFill>
                <a:latin typeface="Aptos"/>
              </a:rPr>
              <a:t> </a:t>
            </a:r>
            <a:r>
              <a:rPr sz="1400" b="0" dirty="0">
                <a:solidFill>
                  <a:srgbClr val="122443"/>
                </a:solidFill>
                <a:latin typeface="Aptos"/>
              </a:rPr>
              <a:t>Context-sensitive</a:t>
            </a:r>
            <a:r>
              <a:rPr sz="1600" b="0" dirty="0">
                <a:solidFill>
                  <a:srgbClr val="122443"/>
                </a:solidFill>
                <a:latin typeface="Aptos"/>
              </a:rPr>
              <a:t> </a:t>
            </a:r>
            <a:r>
              <a:rPr sz="1400" b="0" dirty="0">
                <a:solidFill>
                  <a:srgbClr val="122443"/>
                </a:solidFill>
                <a:latin typeface="Aptos"/>
              </a:rPr>
              <a:t>abbreviations (e.g., R, C, AI)</a:t>
            </a:r>
            <a:endParaRPr sz="1800" b="0" dirty="0">
              <a:solidFill>
                <a:srgbClr val="122443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17720" y="4001726"/>
            <a:ext cx="28803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 b="0" dirty="0">
                <a:solidFill>
                  <a:srgbClr val="122443"/>
                </a:solidFill>
                <a:latin typeface="Aptos"/>
              </a:rPr>
              <a:t>•</a:t>
            </a:r>
            <a:r>
              <a:rPr sz="1800" b="0" dirty="0">
                <a:solidFill>
                  <a:srgbClr val="122443"/>
                </a:solidFill>
                <a:latin typeface="Aptos"/>
              </a:rPr>
              <a:t> </a:t>
            </a:r>
            <a:r>
              <a:rPr sz="1400" b="0" dirty="0">
                <a:solidFill>
                  <a:srgbClr val="122443"/>
                </a:solidFill>
                <a:latin typeface="Aptos"/>
              </a:rPr>
              <a:t>Gemini reliability / API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91711"/>
            <a:ext cx="28803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 b="0" dirty="0">
                <a:solidFill>
                  <a:srgbClr val="122443"/>
                </a:solidFill>
                <a:latin typeface="Aptos"/>
              </a:rPr>
              <a:t>• Skill dictionary coverage and niche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4173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/>
          <p:cNvSpPr txBox="1"/>
          <p:nvPr/>
        </p:nvSpPr>
        <p:spPr>
          <a:xfrm>
            <a:off x="8321040" y="1719072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F3A"/>
                </a:solidFill>
                <a:latin typeface="Aptos"/>
              </a:defRPr>
            </a:pPr>
            <a:r>
              <a:rPr sz="1600"/>
              <a:t>Our Approach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31720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AI as an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898648"/>
            <a:ext cx="2880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Focus on job-relevant qualifications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65576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Transparent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032504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Explainable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599432"/>
            <a:ext cx="288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400"/>
              <a:t>• Recruiter-controlled decisions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6053328"/>
            <a:ext cx="10789920" cy="3200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914400" y="6108192"/>
            <a:ext cx="10332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225DB2"/>
                </a:solidFill>
                <a:latin typeface="Aptos"/>
              </a:defRPr>
            </a:pPr>
            <a:r>
              <a:rPr sz="1200"/>
              <a:t>Principle: use AI as an assistant — not as the final decision-maker.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548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13 •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322646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rPr dirty="0"/>
              <a:t>Recruiter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97D"/>
                </a:solidFill>
                <a:latin typeface="Aptos"/>
              </a:defRPr>
            </a:pPr>
            <a:r>
              <a:t>One dashboard brings together suitability, strengths, gaps, interview insights and ranking.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22BD4B-BC88-EF74-994A-59435C8EF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0"/>
          <a:stretch>
            <a:fillRect/>
          </a:stretch>
        </p:blipFill>
        <p:spPr>
          <a:xfrm>
            <a:off x="594360" y="1605110"/>
            <a:ext cx="10698480" cy="46698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3324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14 •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F1F3A"/>
                </a:solidFill>
                <a:latin typeface="Aptos Display"/>
              </a:defRPr>
            </a:pPr>
            <a:r>
              <a:t>Future Scope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6767" y="6419088"/>
            <a:ext cx="316113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3832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2926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400" b="1">
                <a:solidFill>
                  <a:srgbClr val="122443"/>
                </a:solidFill>
                <a:latin typeface="Aptos"/>
              </a:rPr>
              <a:t>OCR for scanned resumes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97D"/>
                </a:solidFill>
                <a:latin typeface="Aptos"/>
              </a:defRPr>
            </a:pPr>
            <a:r>
              <a:rPr sz="1200"/>
              <a:t>Real-time voice-based interviews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2926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400" b="1">
                <a:solidFill>
                  <a:srgbClr val="122443"/>
                </a:solidFill>
                <a:latin typeface="Aptos"/>
              </a:rPr>
              <a:t>Weighted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01952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97D"/>
                </a:solidFill>
                <a:latin typeface="Aptos"/>
              </a:defRPr>
            </a:pPr>
            <a:r>
              <a:rPr sz="1200"/>
              <a:t>Follow-up questions based on candidate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275319" y="1536192"/>
            <a:ext cx="2926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400" b="1">
                <a:solidFill>
                  <a:srgbClr val="122443"/>
                </a:solidFill>
                <a:latin typeface="Aptos"/>
              </a:rPr>
              <a:t>ATS + Calendar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01952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97D"/>
                </a:solidFill>
                <a:latin typeface="Aptos"/>
              </a:defRPr>
            </a:pPr>
            <a:r>
              <a:rPr sz="1200"/>
              <a:t>Analyze resumes in multiple languages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88920"/>
            <a:ext cx="33832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68680" y="2953512"/>
            <a:ext cx="2926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400" b="1">
                <a:solidFill>
                  <a:srgbClr val="122443"/>
                </a:solidFill>
                <a:latin typeface="Aptos"/>
              </a:rPr>
              <a:t>Production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9272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97D"/>
                </a:solidFill>
                <a:latin typeface="Aptos"/>
              </a:defRPr>
            </a:pPr>
            <a:r>
              <a:rPr sz="1200"/>
              <a:t>Track hiring trends and candidate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788920"/>
            <a:ext cx="33832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572000" y="2953512"/>
            <a:ext cx="2926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400" b="1">
                <a:solidFill>
                  <a:srgbClr val="122443"/>
                </a:solidFill>
                <a:latin typeface="Aptos"/>
              </a:rPr>
              <a:t>Multi-language resumes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19272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97D"/>
                </a:solidFill>
                <a:latin typeface="Aptos"/>
              </a:defRPr>
            </a:pPr>
            <a:r>
              <a:rPr sz="1200"/>
              <a:t>Connect with existing Applicant Tracking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788920"/>
            <a:ext cx="338328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8275319" y="295351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0F1F3A"/>
                </a:solidFill>
                <a:latin typeface="Aptos"/>
              </a:defRPr>
            </a:pPr>
            <a:r>
              <a:rPr sz="1600"/>
              <a:t>Responsible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319272"/>
            <a:ext cx="2926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97D"/>
                </a:solidFill>
                <a:latin typeface="Aptos"/>
              </a:defRPr>
            </a:pPr>
            <a:r>
              <a:rPr sz="1200"/>
              <a:t>Improve fairness, privacy and bias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80560"/>
            <a:ext cx="10789920" cy="914400"/>
          </a:xfrm>
          <a:prstGeom prst="roundRect">
            <a:avLst/>
          </a:prstGeom>
          <a:solidFill>
            <a:srgbClr val="0F1F3A"/>
          </a:solidFill>
          <a:ln w="12700">
            <a:solidFill>
              <a:srgbClr val="0F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914400" y="4624096"/>
            <a:ext cx="10332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sz="2400" dirty="0"/>
              <a:t>Faster hiring. Better matching. Smarter interviews.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11332"/>
            <a:ext cx="10332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D2DCEB"/>
                </a:solidFill>
                <a:latin typeface="Aptos"/>
              </a:defRPr>
            </a:pPr>
            <a:r>
              <a:rPr sz="1400" dirty="0"/>
              <a:t>AI-assisted screening • Explainable insights • Recruiter remains the decision-maker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09944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97D"/>
                </a:solidFill>
                <a:latin typeface="Aptos"/>
              </a:defRPr>
            </a:pPr>
            <a:r>
              <a:rPr sz="1200" dirty="0"/>
              <a:t>Nexus Hackathon 2026  •  Tridyatech Limited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5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>
                <a:solidFill>
                  <a:srgbClr val="5B697D"/>
                </a:solidFill>
              </a:defRPr>
            </a:pPr>
            <a:r>
              <a:rPr sz="800" b="0">
                <a:solidFill>
                  <a:srgbClr val="536582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5DB2"/>
                </a:solidFill>
                <a:latin typeface="Aptos"/>
              </a:defRPr>
            </a:pPr>
            <a:r>
              <a:rPr sz="1600" dirty="0"/>
              <a:t>NEXUS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14207"/>
            <a:ext cx="10789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F1F3A"/>
                </a:solidFill>
                <a:latin typeface="Aptos"/>
              </a:defRPr>
            </a:pPr>
            <a:r>
              <a:rPr sz="7200"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298902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697D"/>
                </a:solidFill>
                <a:latin typeface="Aptos"/>
              </a:defRPr>
            </a:pPr>
            <a:r>
              <a:rPr dirty="0"/>
              <a:t>AI-Powered Resume Analyzer &amp; Interview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0260" y="3440651"/>
            <a:ext cx="800100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31720" y="3791096"/>
            <a:ext cx="7543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5DB2"/>
                </a:solidFill>
                <a:latin typeface="Aptos"/>
              </a:defRPr>
            </a:pPr>
            <a:r>
              <a:rPr dirty="0"/>
              <a:t>Analyze • Match • Identify • Interview • Hire Smarter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6636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639"/>
                </a:solidFill>
                <a:latin typeface="Aptos"/>
              </a:defRPr>
            </a:pPr>
            <a:r>
              <a:rPr sz="1400" dirty="0"/>
              <a:t>Vidhi Shah &amp; Shaili  •  Tridyatech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97D"/>
                </a:solidFill>
                <a:latin typeface="Aptos"/>
              </a:defRPr>
            </a:pPr>
            <a:r>
              <a:rPr sz="1100"/>
              <a:t>Recruitment intelligence, designed for human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1202</Words>
  <Application>Microsoft Office PowerPoint</Application>
  <PresentationFormat>Widescreen</PresentationFormat>
  <Paragraphs>266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Analyzer &amp; Interview Assistant — Nexus Hackathon 2026</dc:title>
  <dc:subject/>
  <dc:creator>Vidhi Shah &amp; Shaili</dc:creator>
  <cp:keywords/>
  <dc:description>generated using python-pptx</dc:description>
  <cp:lastModifiedBy>Vidhi Shah</cp:lastModifiedBy>
  <cp:revision>11</cp:revision>
  <dcterms:created xsi:type="dcterms:W3CDTF">2013-01-27T09:14:16Z</dcterms:created>
  <dcterms:modified xsi:type="dcterms:W3CDTF">2026-09-14T05:27:40Z</dcterms:modified>
  <cp:category/>
</cp:coreProperties>
</file>